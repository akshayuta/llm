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5" r:id="rId4"/>
    <p:sldId id="266" r:id="rId5"/>
    <p:sldId id="259" r:id="rId6"/>
    <p:sldId id="267" r:id="rId7"/>
    <p:sldId id="260" r:id="rId8"/>
    <p:sldId id="269" r:id="rId9"/>
    <p:sldId id="261" r:id="rId10"/>
    <p:sldId id="268" r:id="rId11"/>
    <p:sldId id="262" r:id="rId12"/>
    <p:sldId id="270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654"/>
  </p:normalViewPr>
  <p:slideViewPr>
    <p:cSldViewPr snapToGrid="0" snapToObjects="1">
      <p:cViewPr varScale="1">
        <p:scale>
          <a:sx n="136" d="100"/>
          <a:sy n="136" d="100"/>
        </p:scale>
        <p:origin x="30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837" y="1036915"/>
            <a:ext cx="7772400" cy="1470025"/>
          </a:xfrm>
        </p:spPr>
        <p:txBody>
          <a:bodyPr/>
          <a:lstStyle/>
          <a:p>
            <a:r>
              <a:rPr dirty="0"/>
              <a:t>Using GPT-4o for Disease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DB906-74A1-1F5F-C27C-350F6959498F}"/>
              </a:ext>
            </a:extLst>
          </p:cNvPr>
          <p:cNvSpPr txBox="1"/>
          <p:nvPr/>
        </p:nvSpPr>
        <p:spPr>
          <a:xfrm>
            <a:off x="1489434" y="3600450"/>
            <a:ext cx="5948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link:</a:t>
            </a:r>
          </a:p>
          <a:p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 dirty="0"/>
              <a:t>/drive/14e1HZ3lzbdWIG-xMp5RpFsFwjYjFJEF7?usp=sharing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FA216-981A-2380-62B4-E7522626AAA0}"/>
              </a:ext>
            </a:extLst>
          </p:cNvPr>
          <p:cNvSpPr txBox="1"/>
          <p:nvPr/>
        </p:nvSpPr>
        <p:spPr>
          <a:xfrm>
            <a:off x="1489434" y="4733238"/>
            <a:ext cx="5948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link: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akshayuta</a:t>
            </a:r>
            <a:r>
              <a:rPr lang="en-US" dirty="0"/>
              <a:t>/LLM/tree/main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used the Synthea synthetic health records dataset (</a:t>
            </a:r>
            <a:r>
              <a:rPr dirty="0" err="1"/>
              <a:t>patients.csv</a:t>
            </a:r>
            <a:r>
              <a:rPr dirty="0"/>
              <a:t> + </a:t>
            </a:r>
            <a:r>
              <a:rPr dirty="0" err="1"/>
              <a:t>conditions.csv</a:t>
            </a:r>
            <a:r>
              <a:rPr dirty="0"/>
              <a:t>):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synthea.mitre.org</a:t>
            </a:r>
            <a:r>
              <a:rPr lang="en-US" dirty="0"/>
              <a:t>/downloads</a:t>
            </a:r>
            <a:endParaRPr dirty="0"/>
          </a:p>
          <a:p>
            <a:r>
              <a:rPr dirty="0"/>
              <a:t>Generated data for 100+ patients</a:t>
            </a:r>
          </a:p>
          <a:p>
            <a:r>
              <a:rPr dirty="0"/>
              <a:t>Includes demographic and diagnostic information</a:t>
            </a:r>
          </a:p>
          <a:p>
            <a:r>
              <a:rPr dirty="0"/>
              <a:t>Hypertension label derived from </a:t>
            </a:r>
            <a:r>
              <a:rPr dirty="0" err="1"/>
              <a:t>conditions.csv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774116-C7F6-5B5E-71FD-53A90EF71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48" y="308812"/>
            <a:ext cx="8231957" cy="46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40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26F9CE-8787-0B42-FB41-D949E3F47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50" y="214545"/>
            <a:ext cx="8722150" cy="579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Generated prompts with structured patient data in natural language.</a:t>
            </a:r>
          </a:p>
          <a:p>
            <a:r>
              <a:rPr dirty="0"/>
              <a:t>Age, sex used as features</a:t>
            </a:r>
          </a:p>
          <a:p>
            <a:r>
              <a:rPr dirty="0"/>
              <a:t>Chain-of-thought prompting: 'Explain step-by-step if patient has hypertension’</a:t>
            </a:r>
            <a:endParaRPr lang="en-US" dirty="0"/>
          </a:p>
          <a:p>
            <a:r>
              <a:rPr lang="en-US" dirty="0"/>
              <a:t>Improvements that could be made: Few-shot prompting planned for future versions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03845A-28C1-83B5-AA1A-3F4F3AADC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71" y="736925"/>
            <a:ext cx="8345078" cy="365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8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and API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used OpenAI's GPT-4o model via API with programmatic calls from Python.</a:t>
            </a:r>
          </a:p>
          <a:p>
            <a:r>
              <a:t>Handled secure API key input</a:t>
            </a:r>
          </a:p>
          <a:p>
            <a:r>
              <a:t>Constructed OpenAI client using `openai&gt;=1.0.0`</a:t>
            </a:r>
          </a:p>
          <a:p>
            <a:r>
              <a:t>Used `client.chat.completions.create()` for inference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FA62AC-66A8-2C86-ED32-B86EAD528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8" y="510487"/>
            <a:ext cx="11014125" cy="498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GPT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(paraphrased):</a:t>
            </a:r>
          </a:p>
          <a:p>
            <a:r>
              <a:t>'Given that the patient is 72 years old and male, they are likely to have hypertension.'</a:t>
            </a:r>
          </a:p>
          <a:p>
            <a:r>
              <a:t>Output reflects natural reasoning</a:t>
            </a:r>
          </a:p>
          <a:p>
            <a:r>
              <a:t>Can be useful for clinician or patient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0A7CC5-4FF8-64D0-C1E5-7C812A67F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535"/>
            <a:ext cx="9452126" cy="501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65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compared GPT predictions to actual labels from the dataset.</a:t>
            </a:r>
          </a:p>
          <a:p>
            <a:r>
              <a:rPr dirty="0"/>
              <a:t>Accuracy </a:t>
            </a:r>
            <a:r>
              <a:rPr lang="en-US" dirty="0"/>
              <a:t>29.41</a:t>
            </a:r>
            <a:r>
              <a:rPr dirty="0"/>
              <a:t>% on sample </a:t>
            </a:r>
            <a:r>
              <a:rPr lang="en-US" dirty="0"/>
              <a:t>set</a:t>
            </a:r>
            <a:endParaRPr dirty="0"/>
          </a:p>
          <a:p>
            <a:r>
              <a:rPr dirty="0"/>
              <a:t>Confusion matrix used for analysis</a:t>
            </a:r>
          </a:p>
          <a:p>
            <a:r>
              <a:rPr dirty="0"/>
              <a:t>Ambiguous responses filtered 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1B1932-B979-46A9-BC59-9A39046A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47" y="95707"/>
            <a:ext cx="8973114" cy="406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02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Ways to improve and expand the approach:</a:t>
            </a:r>
          </a:p>
          <a:p>
            <a:r>
              <a:t>Use more patient features: BMI, BP, cholesterol, medications</a:t>
            </a:r>
          </a:p>
          <a:p>
            <a:r>
              <a:t>Incorporate few-shot or tree-of-thought prompting</a:t>
            </a:r>
          </a:p>
          <a:p>
            <a:r>
              <a:t>Compare GPT-4o with other LLMs like MedAlpaca or PMC-LLaMA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944" y="2357962"/>
            <a:ext cx="8229600" cy="1143000"/>
          </a:xfrm>
        </p:spPr>
        <p:txBody>
          <a:bodyPr/>
          <a:lstStyle/>
          <a:p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275</Words>
  <Application>Microsoft Macintosh PowerPoint</Application>
  <PresentationFormat>On-screen Show (4:3)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Using GPT-4o for Disease Prediction</vt:lpstr>
      <vt:lpstr>Dataset</vt:lpstr>
      <vt:lpstr>PowerPoint Presentation</vt:lpstr>
      <vt:lpstr>PowerPoint Presentation</vt:lpstr>
      <vt:lpstr>Prompt Engineering Strategy</vt:lpstr>
      <vt:lpstr>PowerPoint Presentation</vt:lpstr>
      <vt:lpstr>Model and API Setup</vt:lpstr>
      <vt:lpstr>PowerPoint Presentation</vt:lpstr>
      <vt:lpstr>Sample GPT Output</vt:lpstr>
      <vt:lpstr>PowerPoint Presentation</vt:lpstr>
      <vt:lpstr>Accuracy Evaluation</vt:lpstr>
      <vt:lpstr>PowerPoint Presentation</vt:lpstr>
      <vt:lpstr>Future Work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Pawar, Akshay</cp:lastModifiedBy>
  <cp:revision>4</cp:revision>
  <dcterms:created xsi:type="dcterms:W3CDTF">2013-01-27T09:14:16Z</dcterms:created>
  <dcterms:modified xsi:type="dcterms:W3CDTF">2025-04-14T09:16:28Z</dcterms:modified>
  <cp:category/>
</cp:coreProperties>
</file>